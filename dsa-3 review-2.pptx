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9541" y="1387370"/>
            <a:ext cx="9306071" cy="1581861"/>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Intelligent Student Record System</a:t>
            </a:r>
          </a:p>
        </p:txBody>
      </p:sp>
      <p:sp>
        <p:nvSpPr>
          <p:cNvPr id="3" name="Subtitle 2"/>
          <p:cNvSpPr>
            <a:spLocks noGrp="1"/>
          </p:cNvSpPr>
          <p:nvPr>
            <p:ph type="subTitle" idx="1"/>
          </p:nvPr>
        </p:nvSpPr>
        <p:spPr>
          <a:xfrm>
            <a:off x="4239330" y="3374823"/>
            <a:ext cx="4551284" cy="1396014"/>
          </a:xfrm>
        </p:spPr>
        <p:txBody>
          <a:bodyPr/>
          <a:lstStyle/>
          <a:p>
            <a:r>
              <a:rPr lang="en-US" dirty="0">
                <a:solidFill>
                  <a:srgbClr val="0070C0"/>
                </a:solidFill>
              </a:rPr>
              <a:t>Team Members:</a:t>
            </a:r>
          </a:p>
          <a:p>
            <a:r>
              <a:rPr lang="en-US" dirty="0">
                <a:solidFill>
                  <a:srgbClr val="0070C0"/>
                </a:solidFill>
              </a:rPr>
              <a:t>2520030091-K.Rupesh</a:t>
            </a:r>
          </a:p>
          <a:p>
            <a:r>
              <a:rPr lang="en-US" dirty="0">
                <a:solidFill>
                  <a:srgbClr val="0070C0"/>
                </a:solidFill>
              </a:rPr>
              <a:t>2520030126-D.Siri Reddy</a:t>
            </a:r>
          </a:p>
          <a:p>
            <a:r>
              <a:rPr lang="en-US" dirty="0">
                <a:solidFill>
                  <a:srgbClr val="0070C0"/>
                </a:solidFill>
              </a:rPr>
              <a:t>252030230-K.Hemanth</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 </a:t>
            </a:r>
            <a:r>
              <a:rPr lang="en-US" sz="1800" kern="0" dirty="0" err="1">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Dr.V.Sireesha</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C63318E9-0873-178F-810C-FD2D2369B964}"/>
              </a:ext>
            </a:extLst>
          </p:cNvPr>
          <p:cNvSpPr txBox="1"/>
          <p:nvPr/>
        </p:nvSpPr>
        <p:spPr>
          <a:xfrm>
            <a:off x="2939143" y="970384"/>
            <a:ext cx="7879545" cy="5355312"/>
          </a:xfrm>
          <a:prstGeom prst="rect">
            <a:avLst/>
          </a:prstGeom>
          <a:noFill/>
        </p:spPr>
        <p:txBody>
          <a:bodyPr wrap="square" rtlCol="0">
            <a:spAutoFit/>
          </a:bodyPr>
          <a:lstStyle/>
          <a:p>
            <a:r>
              <a:rPr lang="en-IN" dirty="0"/>
              <a:t>The </a:t>
            </a:r>
            <a:r>
              <a:rPr lang="en-IN" b="1" dirty="0"/>
              <a:t>Intelligent Student Record System</a:t>
            </a:r>
            <a:r>
              <a:rPr lang="en-IN" dirty="0"/>
              <a:t> is a software application developed to efficiently store, manage, organize, and retrieve student information using </a:t>
            </a:r>
            <a:r>
              <a:rPr lang="en-IN" b="1" dirty="0"/>
              <a:t>Data Structures and Algorithms (DSA)</a:t>
            </a:r>
            <a:r>
              <a:rPr lang="en-IN" dirty="0"/>
              <a:t>. In traditional systems, managing a large number of student records manually can be time-consuming and may lead to errors or difficulty in finding specific information. This system provides a simple and efficient solution by maintaining student details such as </a:t>
            </a:r>
            <a:r>
              <a:rPr lang="en-IN" b="1" dirty="0"/>
              <a:t>Student ID, Name, Age, Department, Marks, Attendance, and Grade</a:t>
            </a:r>
            <a:r>
              <a:rPr lang="en-IN" dirty="0"/>
              <a:t> in an organized manner. Various DSA concepts such as </a:t>
            </a:r>
            <a:r>
              <a:rPr lang="en-IN" b="1" dirty="0"/>
              <a:t>arrays, linked lists, searching, sorting, and tree-based structures</a:t>
            </a:r>
            <a:r>
              <a:rPr lang="en-IN" dirty="0"/>
              <a:t> can be used to improve the performance of the system. The system allows users to </a:t>
            </a:r>
            <a:r>
              <a:rPr lang="en-IN" b="1" dirty="0"/>
              <a:t>add new student records, update existing details, delete records, search for a particular student, and sort students based on marks or other information</a:t>
            </a:r>
            <a:r>
              <a:rPr lang="en-IN" dirty="0"/>
              <a:t>. Searching techniques such as </a:t>
            </a:r>
            <a:r>
              <a:rPr lang="en-IN" b="1" dirty="0"/>
              <a:t>linear search, binary search, pattern search, and fuzzy search</a:t>
            </a:r>
            <a:r>
              <a:rPr lang="en-IN" dirty="0"/>
              <a:t> can also be implemented to make finding student information faster and more flexible. By applying DSA concepts, the system reduces manual effort, improves data organization, and provides faster access to student records. Overall, the </a:t>
            </a:r>
            <a:r>
              <a:rPr lang="en-IN" b="1" dirty="0"/>
              <a:t>Intelligent Student Record System</a:t>
            </a:r>
            <a:r>
              <a:rPr lang="en-IN" dirty="0"/>
              <a:t> demonstrates the practical use of Data Structures and Algorithms in solving a real-world problem and helps students understand how programming concepts can be applied to develop an efficient and user-friendly application.</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4BB1F3F3-A5F4-0FBB-826B-E60E1D06BB73}"/>
              </a:ext>
            </a:extLst>
          </p:cNvPr>
          <p:cNvSpPr txBox="1"/>
          <p:nvPr/>
        </p:nvSpPr>
        <p:spPr>
          <a:xfrm>
            <a:off x="3280181" y="1220214"/>
            <a:ext cx="6554912" cy="3693319"/>
          </a:xfrm>
          <a:prstGeom prst="rect">
            <a:avLst/>
          </a:prstGeom>
          <a:noFill/>
        </p:spPr>
        <p:txBody>
          <a:bodyPr wrap="square" rtlCol="0">
            <a:spAutoFit/>
          </a:bodyPr>
          <a:lstStyle/>
          <a:p>
            <a:r>
              <a:rPr lang="en-IN" dirty="0"/>
              <a:t>Managing student records is an important task in schools and colleges because a large amount of student information has to be maintained regularly. When records are managed manually, it can be difficult and time-consuming to find, update, or organize specific student details. The </a:t>
            </a:r>
            <a:r>
              <a:rPr lang="en-IN" b="1" dirty="0"/>
              <a:t>Intelligent Student Record System</a:t>
            </a:r>
            <a:r>
              <a:rPr lang="en-IN" dirty="0"/>
              <a:t> provides a simple solution to this problem by storing all student information in an organized format. Using </a:t>
            </a:r>
            <a:r>
              <a:rPr lang="en-IN" b="1" dirty="0"/>
              <a:t>Data Structures and Algorithms</a:t>
            </a:r>
            <a:r>
              <a:rPr lang="en-IN" dirty="0"/>
              <a:t>, the system can quickly perform operations like searching, sorting, adding, updating, and deleting records. Different searching techniques can be used to make the system more useful and faster. The system is designed to be </a:t>
            </a:r>
            <a:r>
              <a:rPr lang="en-IN" b="1" dirty="0"/>
              <a:t>easy to use, accurate, and efficient</a:t>
            </a:r>
            <a:r>
              <a:rPr lang="en-IN" dirty="0"/>
              <a:t>, while also helping students understand the practical applications of DSA in real-life software systems.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D953F4A8-3B77-123B-69B0-C8390385FA2F}"/>
              </a:ext>
            </a:extLst>
          </p:cNvPr>
          <p:cNvSpPr txBox="1"/>
          <p:nvPr/>
        </p:nvSpPr>
        <p:spPr>
          <a:xfrm>
            <a:off x="3491118" y="1277140"/>
            <a:ext cx="5820834" cy="3416320"/>
          </a:xfrm>
          <a:prstGeom prst="rect">
            <a:avLst/>
          </a:prstGeom>
          <a:noFill/>
        </p:spPr>
        <p:txBody>
          <a:bodyPr wrap="square" rtlCol="0">
            <a:spAutoFit/>
          </a:bodyPr>
          <a:lstStyle/>
          <a:p>
            <a:r>
              <a:rPr lang="en-IN" dirty="0"/>
              <a:t>Existing student record systems are mainly used to store details such as </a:t>
            </a:r>
            <a:r>
              <a:rPr lang="en-IN" b="1" dirty="0"/>
              <a:t>student ID, name, marks, attendance, and department</a:t>
            </a:r>
            <a:r>
              <a:rPr lang="en-IN" dirty="0"/>
              <a:t>. Traditional systems use basic searching and sorting methods, which may become slow when the number of records increases. Studies show that </a:t>
            </a:r>
            <a:r>
              <a:rPr lang="en-IN" b="1" dirty="0"/>
              <a:t>Data Structures and Algorithms</a:t>
            </a:r>
            <a:r>
              <a:rPr lang="en-IN" dirty="0"/>
              <a:t> can make record management faster and more organized. Techniques like </a:t>
            </a:r>
            <a:r>
              <a:rPr lang="en-IN" b="1" dirty="0"/>
              <a:t>arrays, linked lists, sorting, linear search, binary search, pattern search, and fuzzy search</a:t>
            </a:r>
            <a:r>
              <a:rPr lang="en-IN" dirty="0"/>
              <a:t> can be used to efficiently manage and find student records. The proposed system applies these DSA concepts to create a simple, fast, and user-friendly student record management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0EE8B07A-86F8-1001-F856-01C5CD2F2280}"/>
              </a:ext>
            </a:extLst>
          </p:cNvPr>
          <p:cNvSpPr txBox="1"/>
          <p:nvPr/>
        </p:nvSpPr>
        <p:spPr>
          <a:xfrm>
            <a:off x="3031716" y="1305341"/>
            <a:ext cx="8193640" cy="4247317"/>
          </a:xfrm>
          <a:prstGeom prst="rect">
            <a:avLst/>
          </a:prstGeom>
          <a:noFill/>
        </p:spPr>
        <p:txBody>
          <a:bodyPr wrap="square" rtlCol="0">
            <a:spAutoFit/>
          </a:bodyPr>
          <a:lstStyle/>
          <a:p>
            <a:r>
              <a:rPr lang="en-IN" b="1" dirty="0"/>
              <a:t>Problem Statement:</a:t>
            </a:r>
          </a:p>
          <a:p>
            <a:r>
              <a:rPr lang="en-IN" dirty="0"/>
              <a:t>Managing a large number of student records manually is </a:t>
            </a:r>
            <a:r>
              <a:rPr lang="en-IN" b="1" dirty="0"/>
              <a:t>time-consuming and difficult</a:t>
            </a:r>
            <a:r>
              <a:rPr lang="en-IN" dirty="0"/>
              <a:t>. Finding, updating, sorting, and maintaining student information can also lead to errors. Therefore, there is a need for a simple system that can </a:t>
            </a:r>
            <a:r>
              <a:rPr lang="en-IN" b="1" dirty="0"/>
              <a:t>store student records efficiently and quickly search and manage the required information</a:t>
            </a:r>
            <a:r>
              <a:rPr lang="en-IN" dirty="0"/>
              <a:t> using Data Structures and Algorithms.</a:t>
            </a:r>
            <a:br>
              <a:rPr lang="en-IN" dirty="0"/>
            </a:br>
            <a:endParaRPr lang="en-IN" dirty="0"/>
          </a:p>
          <a:p>
            <a:r>
              <a:rPr lang="en-IN" b="1" dirty="0"/>
              <a:t>Objectives:</a:t>
            </a:r>
          </a:p>
          <a:p>
            <a:pPr lvl="0"/>
            <a:r>
              <a:rPr lang="en-IN" dirty="0"/>
              <a:t>To store student records in an </a:t>
            </a:r>
            <a:r>
              <a:rPr lang="en-IN" b="1" dirty="0"/>
              <a:t>organized manner</a:t>
            </a:r>
            <a:r>
              <a:rPr lang="en-IN" dirty="0"/>
              <a:t>. </a:t>
            </a:r>
          </a:p>
          <a:p>
            <a:pPr lvl="0"/>
            <a:r>
              <a:rPr lang="en-IN" dirty="0"/>
              <a:t>To provide </a:t>
            </a:r>
            <a:r>
              <a:rPr lang="en-IN" b="1" dirty="0"/>
              <a:t>fast searching</a:t>
            </a:r>
            <a:r>
              <a:rPr lang="en-IN" dirty="0"/>
              <a:t> of student information. </a:t>
            </a:r>
          </a:p>
          <a:p>
            <a:pPr lvl="0"/>
            <a:r>
              <a:rPr lang="en-IN" dirty="0"/>
              <a:t>To add, update, and delete student records easily. </a:t>
            </a:r>
          </a:p>
          <a:p>
            <a:pPr lvl="0"/>
            <a:r>
              <a:rPr lang="en-IN" dirty="0"/>
              <a:t>To sort student records based on </a:t>
            </a:r>
            <a:r>
              <a:rPr lang="en-IN" b="1" dirty="0"/>
              <a:t>name, ID, or marks</a:t>
            </a:r>
            <a:r>
              <a:rPr lang="en-IN" dirty="0"/>
              <a:t>. </a:t>
            </a:r>
          </a:p>
          <a:p>
            <a:pPr lvl="0"/>
            <a:r>
              <a:rPr lang="en-IN" dirty="0"/>
              <a:t>To implement </a:t>
            </a:r>
            <a:r>
              <a:rPr lang="en-IN" b="1" dirty="0"/>
              <a:t>pattern search and fuzzy search</a:t>
            </a:r>
            <a:r>
              <a:rPr lang="en-IN" dirty="0"/>
              <a:t> for flexible searching. </a:t>
            </a:r>
          </a:p>
          <a:p>
            <a:pPr lvl="0"/>
            <a:r>
              <a:rPr lang="en-IN" dirty="0"/>
              <a:t>To apply </a:t>
            </a:r>
            <a:r>
              <a:rPr lang="en-IN" b="1" dirty="0"/>
              <a:t>DSA concepts</a:t>
            </a:r>
            <a:r>
              <a:rPr lang="en-IN" dirty="0"/>
              <a:t> to solve a real-world problem. </a:t>
            </a:r>
          </a:p>
          <a:p>
            <a:pPr lvl="0"/>
            <a:r>
              <a:rPr lang="en-IN" dirty="0"/>
              <a:t>To reduce manual work and save </a:t>
            </a:r>
            <a:r>
              <a:rPr lang="en-IN" b="1" dirty="0"/>
              <a:t>time and effort</a:t>
            </a:r>
            <a:r>
              <a:rPr lang="en-IN" dirty="0"/>
              <a:t>.</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11" name="Picture 10">
            <a:extLst>
              <a:ext uri="{FF2B5EF4-FFF2-40B4-BE49-F238E27FC236}">
                <a16:creationId xmlns:a16="http://schemas.microsoft.com/office/drawing/2014/main" id="{F38522A7-6369-6827-E66E-8D64DBEEEA2A}"/>
              </a:ext>
            </a:extLst>
          </p:cNvPr>
          <p:cNvPicPr>
            <a:picLocks noChangeAspect="1"/>
          </p:cNvPicPr>
          <p:nvPr/>
        </p:nvPicPr>
        <p:blipFill>
          <a:blip r:embed="rId2"/>
          <a:stretch>
            <a:fillRect/>
          </a:stretch>
        </p:blipFill>
        <p:spPr>
          <a:xfrm>
            <a:off x="2459165" y="778740"/>
            <a:ext cx="7731315" cy="59579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2C647C37-9BF8-8978-7989-6B7C97A65B8E}"/>
              </a:ext>
            </a:extLst>
          </p:cNvPr>
          <p:cNvSpPr txBox="1"/>
          <p:nvPr/>
        </p:nvSpPr>
        <p:spPr>
          <a:xfrm>
            <a:off x="3232167" y="1172615"/>
            <a:ext cx="7484722" cy="4247317"/>
          </a:xfrm>
          <a:prstGeom prst="rect">
            <a:avLst/>
          </a:prstGeom>
          <a:noFill/>
        </p:spPr>
        <p:txBody>
          <a:bodyPr wrap="square" rtlCol="0">
            <a:spAutoFit/>
          </a:bodyPr>
          <a:lstStyle/>
          <a:p>
            <a:r>
              <a:rPr lang="en-IN" dirty="0"/>
              <a:t>The </a:t>
            </a:r>
            <a:r>
              <a:rPr lang="en-IN" b="1" dirty="0"/>
              <a:t>Intelligent Student Record System</a:t>
            </a:r>
            <a:r>
              <a:rPr lang="en-IN" dirty="0"/>
              <a:t> provides an efficient and organized way to manage student information. The system successfully stores details such as </a:t>
            </a:r>
            <a:r>
              <a:rPr lang="en-IN" b="1" dirty="0"/>
              <a:t>student ID, name, department, marks, attendance, and grades</a:t>
            </a:r>
            <a:r>
              <a:rPr lang="en-IN" dirty="0"/>
              <a:t> and allows users to access them easily. Operations like </a:t>
            </a:r>
            <a:r>
              <a:rPr lang="en-IN" b="1" dirty="0"/>
              <a:t>adding, updating, deleting, and sorting records</a:t>
            </a:r>
            <a:r>
              <a:rPr lang="en-IN" dirty="0"/>
              <a:t> can be performed without much effort. The searching feature helps users quickly find a particular student's information from the available records.</a:t>
            </a:r>
            <a:br>
              <a:rPr lang="en-IN" dirty="0"/>
            </a:br>
            <a:r>
              <a:rPr lang="en-IN" dirty="0"/>
              <a:t>The project reduces the time and effort required to manage student information manually. It also improves the organization and accuracy of records and makes information retrieval faster. Through this project, the importance of choosing suitable </a:t>
            </a:r>
            <a:r>
              <a:rPr lang="en-IN" b="1" dirty="0"/>
              <a:t>data structures and searching algorithms</a:t>
            </a:r>
            <a:r>
              <a:rPr lang="en-IN" dirty="0"/>
              <a:t> for solving real-world problems can be clearly understood. Overall, the system achieves its main goal of providing a </a:t>
            </a:r>
            <a:r>
              <a:rPr lang="en-IN" b="1" dirty="0"/>
              <a:t>simple, fast, efficient, and user-friendly solution for student record management</a:t>
            </a:r>
            <a:r>
              <a:rPr lang="en-IN" dirty="0"/>
              <a:t>.</a:t>
            </a:r>
          </a:p>
          <a:p>
            <a:pPr lvl="0"/>
            <a:endParaRPr lang="en-IN" dirty="0"/>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5E1CCDF6-ACA2-DABF-CC8E-CF479FADAE4A}"/>
              </a:ext>
            </a:extLst>
          </p:cNvPr>
          <p:cNvSpPr txBox="1"/>
          <p:nvPr/>
        </p:nvSpPr>
        <p:spPr>
          <a:xfrm>
            <a:off x="3299368" y="1213923"/>
            <a:ext cx="7592601" cy="4801314"/>
          </a:xfrm>
          <a:prstGeom prst="rect">
            <a:avLst/>
          </a:prstGeom>
          <a:noFill/>
        </p:spPr>
        <p:txBody>
          <a:bodyPr wrap="square" rtlCol="0">
            <a:spAutoFit/>
          </a:bodyPr>
          <a:lstStyle/>
          <a:p>
            <a:r>
              <a:rPr lang="en-IN" b="1" dirty="0"/>
              <a:t>Hardware Requirements:</a:t>
            </a:r>
            <a:br>
              <a:rPr lang="en-IN" b="1" dirty="0"/>
            </a:br>
            <a:endParaRPr lang="en-IN" b="1" dirty="0"/>
          </a:p>
          <a:p>
            <a:pPr lvl="0"/>
            <a:r>
              <a:rPr lang="en-IN" b="1" dirty="0"/>
              <a:t>Processor:</a:t>
            </a:r>
            <a:r>
              <a:rPr lang="en-IN" dirty="0"/>
              <a:t> Intel Core i3 or above </a:t>
            </a:r>
          </a:p>
          <a:p>
            <a:pPr lvl="0"/>
            <a:r>
              <a:rPr lang="en-IN" b="1" dirty="0"/>
              <a:t>RAM:</a:t>
            </a:r>
            <a:r>
              <a:rPr lang="en-IN" dirty="0"/>
              <a:t> Minimum 4 GB </a:t>
            </a:r>
          </a:p>
          <a:p>
            <a:pPr lvl="0"/>
            <a:r>
              <a:rPr lang="en-IN" b="1" dirty="0"/>
              <a:t>Storage:</a:t>
            </a:r>
            <a:r>
              <a:rPr lang="en-IN" dirty="0"/>
              <a:t> Minimum 10 GB free space </a:t>
            </a:r>
          </a:p>
          <a:p>
            <a:pPr lvl="0"/>
            <a:r>
              <a:rPr lang="en-IN" b="1" dirty="0"/>
              <a:t>Keyboard and Mouse</a:t>
            </a:r>
            <a:r>
              <a:rPr lang="en-IN" dirty="0"/>
              <a:t> </a:t>
            </a:r>
          </a:p>
          <a:p>
            <a:pPr lvl="0"/>
            <a:r>
              <a:rPr lang="en-IN" b="1" dirty="0"/>
              <a:t>Monitor/Desktop or Laptop</a:t>
            </a:r>
            <a:r>
              <a:rPr lang="en-IN" dirty="0"/>
              <a:t> </a:t>
            </a:r>
          </a:p>
          <a:p>
            <a:pPr lvl="0"/>
            <a:r>
              <a:rPr lang="en-IN" b="1" dirty="0"/>
              <a:t>Internet Connection:</a:t>
            </a:r>
            <a:r>
              <a:rPr lang="en-IN" dirty="0"/>
              <a:t> Optional, for installing software and libraries</a:t>
            </a:r>
            <a:br>
              <a:rPr lang="en-IN" dirty="0"/>
            </a:br>
            <a:r>
              <a:rPr lang="en-IN" dirty="0"/>
              <a:t> </a:t>
            </a:r>
          </a:p>
          <a:p>
            <a:r>
              <a:rPr lang="en-IN" b="1" dirty="0"/>
              <a:t>Software Requirements:</a:t>
            </a:r>
            <a:br>
              <a:rPr lang="en-IN" b="1" dirty="0"/>
            </a:br>
            <a:endParaRPr lang="en-IN" b="1" dirty="0"/>
          </a:p>
          <a:p>
            <a:pPr lvl="0"/>
            <a:r>
              <a:rPr lang="en-IN" b="1" dirty="0"/>
              <a:t>Operating System:</a:t>
            </a:r>
            <a:r>
              <a:rPr lang="en-IN" dirty="0"/>
              <a:t> Windows 10/11, Linux, or macOS </a:t>
            </a:r>
          </a:p>
          <a:p>
            <a:pPr lvl="0"/>
            <a:r>
              <a:rPr lang="en-IN" b="1" dirty="0"/>
              <a:t>Programming Language:</a:t>
            </a:r>
            <a:r>
              <a:rPr lang="en-IN" dirty="0"/>
              <a:t> Java </a:t>
            </a:r>
          </a:p>
          <a:p>
            <a:pPr lvl="0"/>
            <a:r>
              <a:rPr lang="en-IN" b="1" dirty="0"/>
              <a:t>IDE:</a:t>
            </a:r>
            <a:r>
              <a:rPr lang="en-IN" dirty="0"/>
              <a:t> Visual Studio Code</a:t>
            </a:r>
          </a:p>
          <a:p>
            <a:pPr lvl="0"/>
            <a:r>
              <a:rPr lang="en-IN" b="1" dirty="0"/>
              <a:t>JDK:</a:t>
            </a:r>
            <a:r>
              <a:rPr lang="en-IN" dirty="0"/>
              <a:t> Java Development Kit (JDK 8 or above) </a:t>
            </a:r>
          </a:p>
          <a:p>
            <a:pPr lvl="0"/>
            <a:r>
              <a:rPr lang="en-IN" b="1" dirty="0"/>
              <a:t>Data Storage:</a:t>
            </a:r>
            <a:r>
              <a:rPr lang="en-IN" dirty="0"/>
              <a:t> CSV file / Text file </a:t>
            </a:r>
          </a:p>
          <a:p>
            <a:pPr lvl="0"/>
            <a:r>
              <a:rPr lang="en-IN" b="1" dirty="0"/>
              <a:t>Version Control:</a:t>
            </a:r>
            <a:r>
              <a:rPr lang="en-IN" dirty="0"/>
              <a:t> Git/GitHub </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ED843A53-A142-9AE5-EF86-7EB5B0D1F068}"/>
              </a:ext>
            </a:extLst>
          </p:cNvPr>
          <p:cNvSpPr txBox="1"/>
          <p:nvPr/>
        </p:nvSpPr>
        <p:spPr>
          <a:xfrm>
            <a:off x="3401061" y="1293914"/>
            <a:ext cx="6461396" cy="3416320"/>
          </a:xfrm>
          <a:prstGeom prst="rect">
            <a:avLst/>
          </a:prstGeom>
          <a:noFill/>
        </p:spPr>
        <p:txBody>
          <a:bodyPr wrap="square" rtlCol="0">
            <a:spAutoFit/>
          </a:bodyPr>
          <a:lstStyle/>
          <a:p>
            <a:r>
              <a:rPr lang="en-IN" dirty="0"/>
              <a:t>The </a:t>
            </a:r>
            <a:r>
              <a:rPr lang="en-IN" b="1" dirty="0"/>
              <a:t>Intelligent Student Record System</a:t>
            </a:r>
            <a:r>
              <a:rPr lang="en-IN" dirty="0"/>
              <a:t> shows how Data Structures and Algorithms can be used to make student data management easier and more effective. Instead of handling records manually, the system provides a structured way to store and access student information. Features like </a:t>
            </a:r>
            <a:r>
              <a:rPr lang="en-IN" b="1" dirty="0"/>
              <a:t>searching, sorting, updating, and deleting records</a:t>
            </a:r>
            <a:r>
              <a:rPr lang="en-IN" dirty="0"/>
              <a:t> improve the overall management of data. The use of </a:t>
            </a:r>
            <a:r>
              <a:rPr lang="en-IN" b="1" dirty="0"/>
              <a:t>pattern search and fuzzy search</a:t>
            </a:r>
            <a:r>
              <a:rPr lang="en-IN" dirty="0"/>
              <a:t> also makes finding records more convenient. Through this project, we understand the importance of selecting suitable data structures and algorithms for faster and better data processing. Overall, the project is a practical application of DSA that provides a </a:t>
            </a:r>
            <a:r>
              <a:rPr lang="en-IN" b="1" dirty="0"/>
              <a:t>simple, reliable, and efficient approach to student record management</a:t>
            </a:r>
            <a:r>
              <a:rPr lang="en-IN"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E70F18A1-E330-D25E-D15B-B16FB66C9708}"/>
              </a:ext>
            </a:extLst>
          </p:cNvPr>
          <p:cNvSpPr txBox="1"/>
          <p:nvPr/>
        </p:nvSpPr>
        <p:spPr>
          <a:xfrm>
            <a:off x="3456101" y="1180582"/>
            <a:ext cx="6760919" cy="3693319"/>
          </a:xfrm>
          <a:prstGeom prst="rect">
            <a:avLst/>
          </a:prstGeom>
          <a:noFill/>
        </p:spPr>
        <p:txBody>
          <a:bodyPr wrap="square" rtlCol="0">
            <a:spAutoFit/>
          </a:bodyPr>
          <a:lstStyle/>
          <a:p>
            <a:pPr lvl="0"/>
            <a:r>
              <a:rPr lang="en-IN" dirty="0"/>
              <a:t>Develop a </a:t>
            </a:r>
            <a:r>
              <a:rPr lang="en-IN" b="1" dirty="0"/>
              <a:t>web-based version</a:t>
            </a:r>
            <a:r>
              <a:rPr lang="en-IN" dirty="0"/>
              <a:t> that can be accessed from anywhere. </a:t>
            </a:r>
          </a:p>
          <a:p>
            <a:pPr lvl="0"/>
            <a:r>
              <a:rPr lang="en-IN" dirty="0"/>
              <a:t>Add a </a:t>
            </a:r>
            <a:r>
              <a:rPr lang="en-IN" b="1" dirty="0"/>
              <a:t>login and authentication system</a:t>
            </a:r>
            <a:r>
              <a:rPr lang="en-IN" dirty="0"/>
              <a:t> for students, teachers, and administrators. </a:t>
            </a:r>
          </a:p>
          <a:p>
            <a:pPr lvl="0"/>
            <a:r>
              <a:rPr lang="en-IN" dirty="0"/>
              <a:t>Store records in a </a:t>
            </a:r>
            <a:r>
              <a:rPr lang="en-IN" b="1" dirty="0"/>
              <a:t>database</a:t>
            </a:r>
            <a:r>
              <a:rPr lang="en-IN" dirty="0"/>
              <a:t> instead of only CSV files. </a:t>
            </a:r>
          </a:p>
          <a:p>
            <a:pPr lvl="0"/>
            <a:r>
              <a:rPr lang="en-IN" dirty="0"/>
              <a:t>Add </a:t>
            </a:r>
            <a:r>
              <a:rPr lang="en-IN" b="1" dirty="0"/>
              <a:t>AI-based search</a:t>
            </a:r>
            <a:r>
              <a:rPr lang="en-IN" dirty="0"/>
              <a:t> for more accurate student record retrieval. </a:t>
            </a:r>
          </a:p>
          <a:p>
            <a:pPr lvl="0"/>
            <a:r>
              <a:rPr lang="en-IN" dirty="0"/>
              <a:t>Improve fuzzy search to handle </a:t>
            </a:r>
            <a:r>
              <a:rPr lang="en-IN" b="1" dirty="0"/>
              <a:t>spelling mistakes and incomplete names</a:t>
            </a:r>
            <a:r>
              <a:rPr lang="en-IN" dirty="0"/>
              <a:t>. </a:t>
            </a:r>
          </a:p>
          <a:p>
            <a:pPr lvl="0"/>
            <a:r>
              <a:rPr lang="en-IN" dirty="0"/>
              <a:t>Add </a:t>
            </a:r>
            <a:r>
              <a:rPr lang="en-IN" b="1" dirty="0"/>
              <a:t>student performance analysis</a:t>
            </a:r>
            <a:r>
              <a:rPr lang="en-IN" dirty="0"/>
              <a:t> using marks and attendance data. </a:t>
            </a:r>
          </a:p>
          <a:p>
            <a:pPr lvl="0"/>
            <a:r>
              <a:rPr lang="en-IN" dirty="0"/>
              <a:t>Generate </a:t>
            </a:r>
            <a:r>
              <a:rPr lang="en-IN" b="1" dirty="0"/>
              <a:t>reports and charts</a:t>
            </a:r>
            <a:r>
              <a:rPr lang="en-IN" dirty="0"/>
              <a:t> for student performance. </a:t>
            </a:r>
          </a:p>
          <a:p>
            <a:pPr lvl="0"/>
            <a:r>
              <a:rPr lang="en-IN" dirty="0"/>
              <a:t>Add </a:t>
            </a:r>
            <a:r>
              <a:rPr lang="en-IN" b="1" dirty="0"/>
              <a:t>cloud storage</a:t>
            </a:r>
            <a:r>
              <a:rPr lang="en-IN" dirty="0"/>
              <a:t> for secure and easy access to records. </a:t>
            </a:r>
          </a:p>
          <a:p>
            <a:pPr lvl="0"/>
            <a:r>
              <a:rPr lang="en-IN" dirty="0"/>
              <a:t>Develop a </a:t>
            </a:r>
            <a:r>
              <a:rPr lang="en-IN" b="1" dirty="0"/>
              <a:t>mobile application</a:t>
            </a:r>
            <a:r>
              <a:rPr lang="en-IN" dirty="0"/>
              <a:t> for students and teachers. </a:t>
            </a:r>
          </a:p>
          <a:p>
            <a:pPr lvl="0"/>
            <a:r>
              <a:rPr lang="en-IN" dirty="0"/>
              <a:t>Improve the system to handle </a:t>
            </a:r>
            <a:r>
              <a:rPr lang="en-IN" b="1" dirty="0"/>
              <a:t>large numbers of student records efficiently</a:t>
            </a:r>
            <a:r>
              <a:rPr lang="en-IN"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1193</Words>
  <Application>Microsoft Office PowerPoint</Application>
  <PresentationFormat>Widescreen</PresentationFormat>
  <Paragraphs>65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Intelligent Student Record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D.Siri Reddy</cp:lastModifiedBy>
  <cp:revision>21</cp:revision>
  <dcterms:created xsi:type="dcterms:W3CDTF">2024-08-29T05:25:00Z</dcterms:created>
  <dcterms:modified xsi:type="dcterms:W3CDTF">2026-08-26T16:04:36Z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